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6A90C-07D5-4705-9D4B-2096527FA84C}" v="47" dt="2025-11-04T14:19:11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9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8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3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3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9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9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5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6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58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8707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0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4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06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5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41CC5-262E-446D-AF21-99BE0074D95F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DE102-5223-4ACD-83CD-EDDF3AEB6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6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F02E91-BD6E-3888-6443-12919EED0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2D Drawing Program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5953A5F0-AFAC-0C68-B342-C4BD3CE40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2719438"/>
          </a:xfrm>
        </p:spPr>
        <p:txBody>
          <a:bodyPr>
            <a:normAutofit/>
          </a:bodyPr>
          <a:lstStyle/>
          <a:p>
            <a:r>
              <a:rPr lang="en-US" dirty="0" err="1"/>
              <a:t>Realizat</a:t>
            </a:r>
            <a:r>
              <a:rPr lang="en-US" dirty="0"/>
              <a:t> de: </a:t>
            </a:r>
            <a:r>
              <a:rPr lang="en-US" dirty="0" err="1"/>
              <a:t>Milchiș</a:t>
            </a:r>
            <a:r>
              <a:rPr lang="en-US" dirty="0"/>
              <a:t> Cătălin-Marian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Vâlceanu</a:t>
            </a:r>
            <a:r>
              <a:rPr lang="en-US" dirty="0"/>
              <a:t>  Bogdan-Marius</a:t>
            </a:r>
          </a:p>
          <a:p>
            <a:r>
              <a:rPr lang="en-US" dirty="0"/>
              <a:t>	         Niţu Delia-Elena</a:t>
            </a:r>
          </a:p>
          <a:p>
            <a:r>
              <a:rPr lang="en-US" dirty="0"/>
              <a:t>                      </a:t>
            </a:r>
            <a:r>
              <a:rPr lang="en-US" dirty="0" err="1"/>
              <a:t>Petoi</a:t>
            </a:r>
            <a:r>
              <a:rPr lang="en-US" dirty="0"/>
              <a:t> Mihaela</a:t>
            </a:r>
          </a:p>
          <a:p>
            <a:br>
              <a:rPr lang="en-US" dirty="0"/>
            </a:br>
            <a:r>
              <a:rPr lang="en-US" dirty="0" err="1"/>
              <a:t>Specializarea</a:t>
            </a:r>
            <a:r>
              <a:rPr lang="en-US" dirty="0"/>
              <a:t>: </a:t>
            </a:r>
            <a:r>
              <a:rPr lang="en-US" dirty="0" err="1"/>
              <a:t>Tehnologii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Telecomunicații</a:t>
            </a:r>
            <a:endParaRPr lang="en-US" dirty="0"/>
          </a:p>
        </p:txBody>
      </p:sp>
      <p:pic>
        <p:nvPicPr>
          <p:cNvPr id="5" name="Imagine 4" descr="O imagine care conține captură de ecran, afișaj, Dreptunghi, Software multimedia&#10;&#10;Conținutul generat de inteligența artificială poate fi incorect.">
            <a:extLst>
              <a:ext uri="{FF2B5EF4-FFF2-40B4-BE49-F238E27FC236}">
                <a16:creationId xmlns:a16="http://schemas.microsoft.com/office/drawing/2014/main" id="{AD823F1C-BF5F-35F1-F542-D4E65A58C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28305" r="55383" b="39502"/>
          <a:stretch>
            <a:fillRect/>
          </a:stretch>
        </p:blipFill>
        <p:spPr>
          <a:xfrm>
            <a:off x="9144000" y="749995"/>
            <a:ext cx="268224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7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FB6A16-E88E-16BF-E879-A6FD6987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30827"/>
            <a:ext cx="10820400" cy="6027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5400" b="1" dirty="0" err="1"/>
              <a:t>Ideea</a:t>
            </a:r>
            <a:r>
              <a:rPr lang="en-US" sz="5400" b="1" dirty="0"/>
              <a:t> </a:t>
            </a:r>
            <a:r>
              <a:rPr lang="en-US" sz="5400" b="1" dirty="0" err="1"/>
              <a:t>și</a:t>
            </a:r>
            <a:r>
              <a:rPr lang="en-US" sz="5400" b="1" dirty="0"/>
              <a:t> </a:t>
            </a:r>
            <a:r>
              <a:rPr lang="en-US" sz="5400" b="1" dirty="0" err="1"/>
              <a:t>scopul</a:t>
            </a:r>
            <a:r>
              <a:rPr lang="en-US" sz="5400" b="1" dirty="0"/>
              <a:t> </a:t>
            </a:r>
            <a:r>
              <a:rPr lang="en-US" sz="5400" b="1" dirty="0" err="1"/>
              <a:t>proiectului</a:t>
            </a:r>
            <a:endParaRPr lang="en-US" sz="5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  Scop:</a:t>
            </a:r>
            <a:r>
              <a:rPr lang="en-US" sz="2400" dirty="0"/>
              <a:t> </a:t>
            </a:r>
            <a:r>
              <a:rPr lang="en-US" sz="2400" dirty="0" err="1"/>
              <a:t>Crearea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aplicații</a:t>
            </a:r>
            <a:r>
              <a:rPr lang="en-US" sz="2400" dirty="0"/>
              <a:t> </a:t>
            </a:r>
            <a:r>
              <a:rPr lang="en-US" sz="2400" dirty="0" err="1"/>
              <a:t>grafice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limbaj</a:t>
            </a:r>
            <a:r>
              <a:rPr lang="en-US" sz="2400" dirty="0"/>
              <a:t> de </a:t>
            </a:r>
            <a:r>
              <a:rPr lang="en-US" sz="2400" dirty="0" err="1"/>
              <a:t>asamblare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Funcționalități</a:t>
            </a:r>
            <a:r>
              <a:rPr lang="en-US" sz="2400" b="1" dirty="0"/>
              <a:t> </a:t>
            </a:r>
            <a:r>
              <a:rPr lang="en-US" sz="2400" b="1" dirty="0" err="1"/>
              <a:t>Principale</a:t>
            </a:r>
            <a:r>
              <a:rPr lang="en-US" sz="2400" b="1" dirty="0"/>
              <a:t>:</a:t>
            </a:r>
            <a:endParaRPr lang="en-US" sz="2400" dirty="0"/>
          </a:p>
          <a:p>
            <a:pPr lvl="1"/>
            <a:r>
              <a:rPr lang="en-US" sz="2400" dirty="0" err="1"/>
              <a:t>Desenare</a:t>
            </a:r>
            <a:r>
              <a:rPr lang="en-US" sz="2400" dirty="0"/>
              <a:t> </a:t>
            </a:r>
            <a:r>
              <a:rPr lang="en-US" sz="2400" dirty="0" err="1"/>
              <a:t>forme</a:t>
            </a:r>
            <a:r>
              <a:rPr lang="en-US" sz="2400" dirty="0"/>
              <a:t> </a:t>
            </a:r>
            <a:r>
              <a:rPr lang="en-US" sz="2400" dirty="0" err="1"/>
              <a:t>geometrice</a:t>
            </a:r>
            <a:r>
              <a:rPr lang="en-US" sz="2400" dirty="0"/>
              <a:t> (</a:t>
            </a:r>
            <a:r>
              <a:rPr lang="en-US" sz="2400" dirty="0" err="1"/>
              <a:t>Linii</a:t>
            </a:r>
            <a:r>
              <a:rPr lang="en-US" sz="2400" dirty="0"/>
              <a:t>, </a:t>
            </a:r>
            <a:r>
              <a:rPr lang="en-US" sz="2400" dirty="0" err="1"/>
              <a:t>Pătrate</a:t>
            </a:r>
            <a:r>
              <a:rPr lang="en-US" sz="2400" dirty="0"/>
              <a:t> - </a:t>
            </a:r>
            <a:r>
              <a:rPr lang="en-US" sz="2400" dirty="0" err="1"/>
              <a:t>pline</a:t>
            </a:r>
            <a:r>
              <a:rPr lang="en-US" sz="2400" dirty="0"/>
              <a:t>/</a:t>
            </a:r>
            <a:r>
              <a:rPr lang="en-US" sz="2400" dirty="0" err="1"/>
              <a:t>contur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 err="1"/>
              <a:t>Sistem</a:t>
            </a:r>
            <a:r>
              <a:rPr lang="en-US" sz="2400" dirty="0"/>
              <a:t> de </a:t>
            </a:r>
            <a:r>
              <a:rPr lang="en-US" sz="2400" dirty="0" err="1"/>
              <a:t>meniuri</a:t>
            </a:r>
            <a:r>
              <a:rPr lang="en-US" sz="2400" dirty="0"/>
              <a:t> </a:t>
            </a:r>
            <a:r>
              <a:rPr lang="en-US" sz="2400" dirty="0" err="1"/>
              <a:t>interactiv</a:t>
            </a:r>
            <a:r>
              <a:rPr lang="en-US" sz="2400" dirty="0"/>
              <a:t>.</a:t>
            </a:r>
          </a:p>
          <a:p>
            <a:pPr lvl="1"/>
            <a:r>
              <a:rPr lang="en-US" sz="2400" dirty="0" err="1"/>
              <a:t>Salvare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Încărcare</a:t>
            </a:r>
            <a:r>
              <a:rPr lang="en-US" sz="2400" dirty="0"/>
              <a:t> (</a:t>
            </a:r>
            <a:r>
              <a:rPr lang="en-US" sz="2400" dirty="0" err="1"/>
              <a:t>Persistența</a:t>
            </a:r>
            <a:r>
              <a:rPr lang="en-US" sz="2400" dirty="0"/>
              <a:t> </a:t>
            </a:r>
            <a:r>
              <a:rPr lang="en-US" sz="2400" dirty="0" err="1"/>
              <a:t>datelor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 err="1"/>
              <a:t>Funcție</a:t>
            </a:r>
            <a:r>
              <a:rPr lang="en-US" sz="2400" dirty="0"/>
              <a:t> de Preview (</a:t>
            </a:r>
            <a:r>
              <a:rPr lang="en-US" sz="2400" dirty="0" err="1"/>
              <a:t>Vizualizare</a:t>
            </a:r>
            <a:r>
              <a:rPr lang="en-US" sz="2400" dirty="0"/>
              <a:t> </a:t>
            </a:r>
            <a:r>
              <a:rPr lang="en-US" sz="2400" dirty="0" err="1"/>
              <a:t>rapidă</a:t>
            </a:r>
            <a:r>
              <a:rPr lang="en-US" sz="2400" dirty="0"/>
              <a:t>) a </a:t>
            </a:r>
            <a:r>
              <a:rPr lang="en-US" sz="2400" dirty="0" err="1"/>
              <a:t>fișierelor</a:t>
            </a:r>
            <a:r>
              <a:rPr lang="en-US" sz="2400" dirty="0"/>
              <a:t> </a:t>
            </a:r>
            <a:r>
              <a:rPr lang="en-US" sz="2400" dirty="0" err="1"/>
              <a:t>salvate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Tehnologii</a:t>
            </a:r>
            <a:r>
              <a:rPr lang="en-US" sz="2400" b="1" dirty="0"/>
              <a:t>:</a:t>
            </a:r>
            <a:r>
              <a:rPr lang="en-US" sz="2400" dirty="0"/>
              <a:t> MASM/TASM, DOSBox, Video Mode 13h (320x200, 256 </a:t>
            </a:r>
            <a:r>
              <a:rPr lang="en-US" sz="2400" dirty="0" err="1"/>
              <a:t>culori</a:t>
            </a:r>
            <a:r>
              <a:rPr lang="en-US" sz="2400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9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9459D8E-009A-9B1F-E240-D11A88B9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764373"/>
            <a:ext cx="10906432" cy="1293028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Arhitectura</a:t>
            </a:r>
            <a:r>
              <a:rPr lang="en-US" b="1" dirty="0"/>
              <a:t> </a:t>
            </a:r>
            <a:r>
              <a:rPr lang="en-US" b="1" dirty="0" err="1"/>
              <a:t>Modulară</a:t>
            </a:r>
            <a:r>
              <a:rPr lang="en-US" b="1" dirty="0"/>
              <a:t>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4B774D2-94C1-1021-7A89-5D908523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MAIN.ASM:</a:t>
            </a:r>
            <a:r>
              <a:rPr lang="en-US" dirty="0"/>
              <a:t> </a:t>
            </a:r>
            <a:r>
              <a:rPr lang="en-US" dirty="0" err="1"/>
              <a:t>Inițializare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curățare</a:t>
            </a:r>
            <a:r>
              <a:rPr lang="en-US" dirty="0"/>
              <a:t> </a:t>
            </a:r>
            <a:r>
              <a:rPr lang="en-US" dirty="0" err="1"/>
              <a:t>memorie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MENU.ASM:</a:t>
            </a:r>
            <a:r>
              <a:rPr lang="en-US" dirty="0"/>
              <a:t> Hub-ul central de </a:t>
            </a:r>
            <a:r>
              <a:rPr lang="en-US" dirty="0" err="1"/>
              <a:t>navigare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SHAPES.ASM &amp; PIXEL.ASM:</a:t>
            </a:r>
            <a:r>
              <a:rPr lang="en-US" dirty="0"/>
              <a:t> </a:t>
            </a:r>
            <a:r>
              <a:rPr lang="en-US" dirty="0" err="1"/>
              <a:t>Motorul</a:t>
            </a:r>
            <a:r>
              <a:rPr lang="en-US" dirty="0"/>
              <a:t> de </a:t>
            </a:r>
            <a:r>
              <a:rPr lang="en-US" dirty="0" err="1"/>
              <a:t>randare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FILE.ASM:</a:t>
            </a:r>
            <a:r>
              <a:rPr lang="en-US" dirty="0"/>
              <a:t>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fișierului</a:t>
            </a:r>
            <a:r>
              <a:rPr lang="en-US" dirty="0"/>
              <a:t> IMAGE.BIN (Save/Load/Preview).</a:t>
            </a:r>
          </a:p>
          <a:p>
            <a:endParaRPr lang="en-US" dirty="0"/>
          </a:p>
          <a:p>
            <a:r>
              <a:rPr lang="en-US" b="1" dirty="0"/>
              <a:t>INP.ASM: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ASCII -&gt; Numeric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coordonate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44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4E7739-59A7-D3AC-A460-33A621F3B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40774"/>
            <a:ext cx="10820400" cy="5702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 err="1"/>
              <a:t>Algoritmi</a:t>
            </a:r>
            <a:r>
              <a:rPr lang="en-US" sz="4400" b="1" dirty="0"/>
              <a:t> de </a:t>
            </a:r>
            <a:r>
              <a:rPr lang="en-US" sz="4400" b="1" dirty="0" err="1"/>
              <a:t>Desenare</a:t>
            </a:r>
            <a:r>
              <a:rPr lang="en-US" sz="4400" b="1" dirty="0"/>
              <a:t> (SHAPES.ASM)</a:t>
            </a:r>
          </a:p>
          <a:p>
            <a:pPr marL="0" indent="0">
              <a:buNone/>
            </a:pPr>
            <a:endParaRPr lang="en-US" sz="4400" b="1" dirty="0"/>
          </a:p>
          <a:p>
            <a:r>
              <a:rPr lang="en-US" b="1" dirty="0" err="1"/>
              <a:t>Desenare</a:t>
            </a:r>
            <a:r>
              <a:rPr lang="en-US" b="1" dirty="0"/>
              <a:t> Linie:</a:t>
            </a:r>
            <a:endParaRPr lang="en-US" dirty="0"/>
          </a:p>
          <a:p>
            <a:pPr lvl="1"/>
            <a:r>
              <a:rPr lang="en-US" dirty="0" err="1"/>
              <a:t>Buclă</a:t>
            </a:r>
            <a:r>
              <a:rPr lang="en-US" dirty="0"/>
              <a:t> (Loop) care </a:t>
            </a:r>
            <a:r>
              <a:rPr lang="en-US" dirty="0" err="1"/>
              <a:t>incrementează</a:t>
            </a:r>
            <a:r>
              <a:rPr lang="en-US" dirty="0"/>
              <a:t> X (</a:t>
            </a:r>
            <a:r>
              <a:rPr lang="en-US" dirty="0" err="1"/>
              <a:t>orizontal</a:t>
            </a:r>
            <a:r>
              <a:rPr lang="en-US" dirty="0"/>
              <a:t>) </a:t>
            </a:r>
            <a:r>
              <a:rPr lang="en-US" dirty="0" err="1"/>
              <a:t>sau</a:t>
            </a:r>
            <a:r>
              <a:rPr lang="en-US" dirty="0"/>
              <a:t> Y (vertical).</a:t>
            </a:r>
          </a:p>
          <a:p>
            <a:pPr lvl="1"/>
            <a:endParaRPr lang="en-US" dirty="0"/>
          </a:p>
          <a:p>
            <a:r>
              <a:rPr lang="en-US" b="1" dirty="0" err="1"/>
              <a:t>Desenare</a:t>
            </a:r>
            <a:r>
              <a:rPr lang="en-US" b="1" dirty="0"/>
              <a:t> </a:t>
            </a:r>
            <a:r>
              <a:rPr lang="en-US" b="1" dirty="0" err="1"/>
              <a:t>Pătrat</a:t>
            </a:r>
            <a:r>
              <a:rPr lang="en-US" b="1" dirty="0"/>
              <a:t> (</a:t>
            </a:r>
            <a:r>
              <a:rPr lang="en-US" b="1" dirty="0" err="1"/>
              <a:t>Plin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 err="1"/>
              <a:t>Buclă</a:t>
            </a:r>
            <a:r>
              <a:rPr lang="en-US" dirty="0"/>
              <a:t> </a:t>
            </a:r>
            <a:r>
              <a:rPr lang="en-US" dirty="0" err="1"/>
              <a:t>imbricată</a:t>
            </a:r>
            <a:r>
              <a:rPr lang="en-US" dirty="0"/>
              <a:t>: </a:t>
            </a:r>
            <a:r>
              <a:rPr lang="en-US" dirty="0" err="1"/>
              <a:t>Desenează</a:t>
            </a:r>
            <a:r>
              <a:rPr lang="en-US" dirty="0"/>
              <a:t> </a:t>
            </a:r>
            <a:r>
              <a:rPr lang="en-US" dirty="0" err="1"/>
              <a:t>linii</a:t>
            </a:r>
            <a:r>
              <a:rPr lang="en-US" dirty="0"/>
              <a:t> </a:t>
            </a:r>
            <a:r>
              <a:rPr lang="en-US" dirty="0" err="1"/>
              <a:t>orizontale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sub </a:t>
            </a:r>
            <a:r>
              <a:rPr lang="en-US" dirty="0" err="1"/>
              <a:t>alta.</a:t>
            </a:r>
            <a:endParaRPr lang="en-US" dirty="0"/>
          </a:p>
          <a:p>
            <a:pPr lvl="1"/>
            <a:endParaRPr lang="en-US" dirty="0"/>
          </a:p>
          <a:p>
            <a:r>
              <a:rPr lang="en-US" b="1" dirty="0" err="1"/>
              <a:t>Desenare</a:t>
            </a:r>
            <a:r>
              <a:rPr lang="en-US" b="1" dirty="0"/>
              <a:t> </a:t>
            </a:r>
            <a:r>
              <a:rPr lang="en-US" b="1" dirty="0" err="1"/>
              <a:t>Pătrat</a:t>
            </a:r>
            <a:r>
              <a:rPr lang="en-US" b="1" dirty="0"/>
              <a:t> (</a:t>
            </a:r>
            <a:r>
              <a:rPr lang="en-US" b="1" dirty="0" err="1"/>
              <a:t>Contur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 err="1"/>
              <a:t>Desenează</a:t>
            </a:r>
            <a:r>
              <a:rPr lang="en-US" dirty="0"/>
              <a:t> 4 </a:t>
            </a:r>
            <a:r>
              <a:rPr lang="en-US" dirty="0" err="1"/>
              <a:t>linii</a:t>
            </a:r>
            <a:r>
              <a:rPr lang="en-US" dirty="0"/>
              <a:t> separate (Sus, Jos, </a:t>
            </a:r>
            <a:r>
              <a:rPr lang="en-US" dirty="0" err="1"/>
              <a:t>Stânga</a:t>
            </a:r>
            <a:r>
              <a:rPr lang="en-US" dirty="0"/>
              <a:t>, </a:t>
            </a:r>
            <a:r>
              <a:rPr lang="en-US" dirty="0" err="1"/>
              <a:t>Dreapta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r>
              <a:rPr lang="en-US" b="1" dirty="0"/>
              <a:t>Input:</a:t>
            </a:r>
            <a:r>
              <a:rPr lang="en-US" dirty="0"/>
              <a:t> </a:t>
            </a:r>
            <a:r>
              <a:rPr lang="en-US" dirty="0" err="1"/>
              <a:t>Coordonate</a:t>
            </a:r>
            <a:r>
              <a:rPr lang="en-US" dirty="0"/>
              <a:t> </a:t>
            </a:r>
            <a:r>
              <a:rPr lang="en-US" dirty="0" err="1"/>
              <a:t>citite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validate </a:t>
            </a:r>
            <a:r>
              <a:rPr lang="en-US" dirty="0" err="1"/>
              <a:t>prin</a:t>
            </a:r>
            <a:r>
              <a:rPr lang="en-US" dirty="0"/>
              <a:t> INP.ASM.</a:t>
            </a:r>
          </a:p>
        </p:txBody>
      </p:sp>
    </p:spTree>
    <p:extLst>
      <p:ext uri="{BB962C8B-B14F-4D97-AF65-F5344CB8AC3E}">
        <p14:creationId xmlns:p14="http://schemas.microsoft.com/office/powerpoint/2010/main" val="137754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16CE89E-4AD8-72F8-C35E-23D4BB9A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68" y="906397"/>
            <a:ext cx="11170920" cy="5045205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b="1" dirty="0" err="1"/>
              <a:t>Sistemul</a:t>
            </a:r>
            <a:r>
              <a:rPr lang="en-US" sz="4000" b="1" dirty="0"/>
              <a:t> de </a:t>
            </a:r>
            <a:r>
              <a:rPr lang="en-US" sz="4000" b="1" dirty="0" err="1"/>
              <a:t>Fișiere</a:t>
            </a:r>
            <a:r>
              <a:rPr lang="en-US" sz="4000" b="1" dirty="0"/>
              <a:t> </a:t>
            </a:r>
            <a:r>
              <a:rPr lang="en-US" sz="4000" b="1" dirty="0" err="1"/>
              <a:t>și</a:t>
            </a:r>
            <a:r>
              <a:rPr lang="en-US" sz="4000" b="1" dirty="0"/>
              <a:t> "Preview" (FILE.ASM)</a:t>
            </a:r>
          </a:p>
          <a:p>
            <a:pPr marL="0" indent="0">
              <a:buNone/>
            </a:pPr>
            <a:endParaRPr lang="en-US" sz="4000" b="1" dirty="0"/>
          </a:p>
          <a:p>
            <a:r>
              <a:rPr lang="en-US" b="1" dirty="0" err="1"/>
              <a:t>Salvare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Dump de </a:t>
            </a:r>
            <a:r>
              <a:rPr lang="en-US" dirty="0" err="1"/>
              <a:t>memorie</a:t>
            </a:r>
            <a:r>
              <a:rPr lang="en-US" dirty="0"/>
              <a:t>: </a:t>
            </a:r>
            <a:r>
              <a:rPr lang="en-US" dirty="0" err="1"/>
              <a:t>Copiază</a:t>
            </a:r>
            <a:r>
              <a:rPr lang="en-US" dirty="0"/>
              <a:t> 64.000 bytes din VRAM -&gt; </a:t>
            </a:r>
            <a:r>
              <a:rPr lang="en-US" dirty="0" err="1"/>
              <a:t>Fișier</a:t>
            </a:r>
            <a:r>
              <a:rPr lang="en-US" dirty="0"/>
              <a:t> (IMAGE.BIN).</a:t>
            </a:r>
          </a:p>
          <a:p>
            <a:pPr lvl="1"/>
            <a:endParaRPr lang="en-US" dirty="0"/>
          </a:p>
          <a:p>
            <a:r>
              <a:rPr lang="en-US" b="1" dirty="0" err="1"/>
              <a:t>Încărcare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Citește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en-US" dirty="0"/>
              <a:t> -&gt; VRAM.</a:t>
            </a:r>
          </a:p>
          <a:p>
            <a:pPr lvl="1"/>
            <a:endParaRPr lang="en-US" dirty="0"/>
          </a:p>
          <a:p>
            <a:r>
              <a:rPr lang="en-US" b="1" dirty="0" err="1"/>
              <a:t>Funcția</a:t>
            </a:r>
            <a:r>
              <a:rPr lang="en-US" b="1" dirty="0"/>
              <a:t> Smart Preview: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meniul</a:t>
            </a:r>
            <a:r>
              <a:rPr lang="en-US" dirty="0"/>
              <a:t> Draw, </a:t>
            </a:r>
            <a:r>
              <a:rPr lang="en-US" dirty="0" err="1"/>
              <a:t>verifică</a:t>
            </a:r>
            <a:r>
              <a:rPr lang="en-US" dirty="0"/>
              <a:t> automat </a:t>
            </a:r>
            <a:r>
              <a:rPr lang="en-US" dirty="0" err="1"/>
              <a:t>existența</a:t>
            </a:r>
            <a:r>
              <a:rPr lang="en-US" dirty="0"/>
              <a:t> </a:t>
            </a:r>
            <a:r>
              <a:rPr lang="en-US" dirty="0" err="1"/>
              <a:t>fișierului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Utilizatorul</a:t>
            </a:r>
            <a:r>
              <a:rPr lang="en-US" dirty="0"/>
              <a:t> poate </a:t>
            </a:r>
            <a:r>
              <a:rPr lang="en-US" dirty="0" err="1"/>
              <a:t>alege</a:t>
            </a:r>
            <a:r>
              <a:rPr lang="en-US" dirty="0"/>
              <a:t> să </a:t>
            </a:r>
            <a:r>
              <a:rPr lang="en-US" dirty="0" err="1"/>
              <a:t>vadă</a:t>
            </a:r>
            <a:r>
              <a:rPr lang="en-US" dirty="0"/>
              <a:t> </a:t>
            </a:r>
            <a:r>
              <a:rPr lang="en-US" dirty="0" err="1"/>
              <a:t>imaginea</a:t>
            </a:r>
            <a:r>
              <a:rPr lang="en-US" dirty="0"/>
              <a:t> </a:t>
            </a:r>
            <a:r>
              <a:rPr lang="en-US" dirty="0" err="1"/>
              <a:t>veche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a </a:t>
            </a:r>
            <a:r>
              <a:rPr lang="en-US" dirty="0" err="1"/>
              <a:t>desena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ea.</a:t>
            </a:r>
          </a:p>
          <a:p>
            <a:pPr lvl="1"/>
            <a:r>
              <a:rPr lang="en-US" dirty="0" err="1"/>
              <a:t>Folosește</a:t>
            </a:r>
            <a:r>
              <a:rPr lang="en-US" dirty="0"/>
              <a:t> un </a:t>
            </a:r>
            <a:r>
              <a:rPr lang="en-US" b="1" dirty="0"/>
              <a:t>Buffer</a:t>
            </a:r>
            <a:r>
              <a:rPr lang="en-US" dirty="0"/>
              <a:t> </a:t>
            </a:r>
            <a:r>
              <a:rPr lang="en-US" dirty="0" err="1"/>
              <a:t>intermediar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nu </a:t>
            </a:r>
            <a:r>
              <a:rPr lang="en-US" dirty="0" err="1"/>
              <a:t>pierde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C74F9ED-19E3-58EF-303A-A5CC63A9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670559"/>
            <a:ext cx="11551920" cy="5842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 err="1"/>
              <a:t>Provocări</a:t>
            </a:r>
            <a:r>
              <a:rPr lang="en-US" sz="4800" b="1" dirty="0"/>
              <a:t> </a:t>
            </a:r>
            <a:r>
              <a:rPr lang="en-US" sz="4800" b="1" dirty="0" err="1"/>
              <a:t>și</a:t>
            </a:r>
            <a:r>
              <a:rPr lang="en-US" sz="4800" b="1" dirty="0"/>
              <a:t> </a:t>
            </a:r>
            <a:r>
              <a:rPr lang="en-US" sz="4800" b="1" dirty="0" err="1"/>
              <a:t>Soluții</a:t>
            </a:r>
            <a:endParaRPr lang="en-US" sz="4800" b="1" dirty="0"/>
          </a:p>
          <a:p>
            <a:pPr marL="0" indent="0">
              <a:buNone/>
            </a:pPr>
            <a:endParaRPr lang="en-US" sz="4800" b="1" dirty="0"/>
          </a:p>
          <a:p>
            <a:r>
              <a:rPr lang="en-US" b="1" dirty="0" err="1"/>
              <a:t>Provocare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input-</a:t>
            </a:r>
            <a:r>
              <a:rPr lang="en-US" dirty="0" err="1"/>
              <a:t>ului</a:t>
            </a:r>
            <a:r>
              <a:rPr lang="en-US" dirty="0"/>
              <a:t> de la </a:t>
            </a:r>
            <a:r>
              <a:rPr lang="en-US" dirty="0" err="1"/>
              <a:t>tastatură</a:t>
            </a:r>
            <a:r>
              <a:rPr lang="en-US" dirty="0"/>
              <a:t> (ASCII)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registri</a:t>
            </a:r>
            <a:r>
              <a:rPr lang="en-US" dirty="0"/>
              <a:t> (AX).</a:t>
            </a:r>
          </a:p>
          <a:p>
            <a:pPr marL="457200" lvl="1" indent="0">
              <a:buNone/>
            </a:pPr>
            <a:r>
              <a:rPr lang="en-US" i="1" dirty="0" err="1"/>
              <a:t>Soluție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 de </a:t>
            </a:r>
            <a:r>
              <a:rPr lang="en-US" dirty="0" err="1"/>
              <a:t>conversie</a:t>
            </a:r>
            <a:r>
              <a:rPr lang="en-US" dirty="0"/>
              <a:t> "</a:t>
            </a:r>
            <a:r>
              <a:rPr lang="en-US" dirty="0" err="1"/>
              <a:t>înmulțire</a:t>
            </a:r>
            <a:r>
              <a:rPr lang="en-US" dirty="0"/>
              <a:t> cu 10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adunare</a:t>
            </a:r>
            <a:r>
              <a:rPr lang="en-US" dirty="0"/>
              <a:t>" </a:t>
            </a:r>
            <a:r>
              <a:rPr lang="en-US" dirty="0" err="1"/>
              <a:t>în</a:t>
            </a:r>
            <a:r>
              <a:rPr lang="en-US" dirty="0"/>
              <a:t> INP.ASM.</a:t>
            </a:r>
          </a:p>
          <a:p>
            <a:pPr lvl="1"/>
            <a:endParaRPr lang="en-US" dirty="0"/>
          </a:p>
          <a:p>
            <a:r>
              <a:rPr lang="en-US" b="1" dirty="0" err="1"/>
              <a:t>Provocare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Păstrarea</a:t>
            </a:r>
            <a:r>
              <a:rPr lang="en-US" dirty="0"/>
              <a:t> </a:t>
            </a:r>
            <a:r>
              <a:rPr lang="en-US" dirty="0" err="1"/>
              <a:t>desenului</a:t>
            </a:r>
            <a:r>
              <a:rPr lang="en-US" dirty="0"/>
              <a:t> la </a:t>
            </a:r>
            <a:r>
              <a:rPr lang="en-US" dirty="0" err="1"/>
              <a:t>schimbarea</a:t>
            </a:r>
            <a:r>
              <a:rPr lang="en-US" dirty="0"/>
              <a:t> </a:t>
            </a:r>
            <a:r>
              <a:rPr lang="en-US" dirty="0" err="1"/>
              <a:t>meniurilor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i="1" dirty="0" err="1"/>
              <a:t>Soluție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Buffer </a:t>
            </a:r>
            <a:r>
              <a:rPr lang="en-US" dirty="0" err="1"/>
              <a:t>în</a:t>
            </a:r>
            <a:r>
              <a:rPr lang="en-US" dirty="0"/>
              <a:t> RAM (Double Buffering </a:t>
            </a:r>
            <a:r>
              <a:rPr lang="en-US" dirty="0" err="1"/>
              <a:t>simplificat</a:t>
            </a:r>
            <a:r>
              <a:rPr lang="en-US" dirty="0"/>
              <a:t>) care </a:t>
            </a:r>
            <a:r>
              <a:rPr lang="en-US" dirty="0" err="1"/>
              <a:t>salvează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ecranului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trecem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Text.</a:t>
            </a:r>
          </a:p>
          <a:p>
            <a:pPr lvl="1"/>
            <a:endParaRPr lang="en-US" dirty="0"/>
          </a:p>
          <a:p>
            <a:r>
              <a:rPr lang="en-US" b="1" dirty="0" err="1"/>
              <a:t>Provocare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erorilor</a:t>
            </a:r>
            <a:r>
              <a:rPr lang="en-US" dirty="0"/>
              <a:t> de </a:t>
            </a:r>
            <a:r>
              <a:rPr lang="en-US" dirty="0" err="1"/>
              <a:t>fișier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i="1" dirty="0" err="1"/>
              <a:t>Soluție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Verificări</a:t>
            </a:r>
            <a:r>
              <a:rPr lang="en-US" dirty="0"/>
              <a:t> ale Flag-</a:t>
            </a:r>
            <a:r>
              <a:rPr lang="en-US" dirty="0" err="1"/>
              <a:t>ului</a:t>
            </a:r>
            <a:r>
              <a:rPr lang="en-US" dirty="0"/>
              <a:t> Carry (CF)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întreruperile</a:t>
            </a:r>
            <a:r>
              <a:rPr lang="en-US" dirty="0"/>
              <a:t> DOS INT 21h.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91195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24CBE36-293C-7944-A23C-D878B21CA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Va </a:t>
            </a:r>
            <a:r>
              <a:rPr lang="en-US" sz="3600" b="1" dirty="0" err="1"/>
              <a:t>multumim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5736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Urmă vapori">
  <a:themeElements>
    <a:clrScheme name="Urmă vapori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Urmă vapori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mă vapor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TM04033937[[fn=Urmă vapori]]</Template>
  <TotalTime>49</TotalTime>
  <Words>394</Words>
  <Application>Microsoft Office PowerPoint</Application>
  <PresentationFormat>Ecran lat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Urmă vapori</vt:lpstr>
      <vt:lpstr>2D Drawing Program</vt:lpstr>
      <vt:lpstr>Prezentare PowerPoint</vt:lpstr>
      <vt:lpstr>Arhitectura Modulară  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Delia Nitu</dc:creator>
  <cp:lastModifiedBy>Delia Nitu</cp:lastModifiedBy>
  <cp:revision>3</cp:revision>
  <dcterms:created xsi:type="dcterms:W3CDTF">2025-11-04T13:44:43Z</dcterms:created>
  <dcterms:modified xsi:type="dcterms:W3CDTF">2026-01-05T19:06:43Z</dcterms:modified>
</cp:coreProperties>
</file>